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83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5938" y="0"/>
            <a:ext cx="3840480" cy="5143500"/>
          </a:xfrm>
          <a:prstGeom prst="round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2560320" cy="2560320"/>
          </a:xfrm>
          <a:prstGeom prst="ellipse">
            <a:avLst/>
          </a:prstGeom>
          <a:solidFill>
            <a:srgbClr val="00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188720" y="32461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1A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PROJECT REVIEW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06240" y="5943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HireCraft AI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4206240" y="157276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407408" y="157276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08576" y="157276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75564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Career Preparation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Interview Assistant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114800" y="2633472"/>
            <a:ext cx="4663440" cy="402336"/>
          </a:xfrm>
          <a:prstGeom prst="roundRect">
            <a:avLst>
              <a:gd name="adj" fmla="val 27273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26700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49240" y="2670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Suryakumar (Roll No:212224040340)</a:t>
            </a:r>
          </a:p>
          <a:p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Janardhan P (Roll No:212224040128) 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0" y="3145536"/>
            <a:ext cx="4663440" cy="402336"/>
          </a:xfrm>
          <a:prstGeom prst="roundRect">
            <a:avLst>
              <a:gd name="adj" fmla="val 27273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9392" y="31821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9240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Engineering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0" y="3657600"/>
            <a:ext cx="4663440" cy="402336"/>
          </a:xfrm>
          <a:prstGeom prst="roundRect">
            <a:avLst>
              <a:gd name="adj" fmla="val 27273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36941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9240" y="36941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Saveetha Engineering College, Chennai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0" y="4169664"/>
            <a:ext cx="4663440" cy="402336"/>
          </a:xfrm>
          <a:prstGeom prst="roundRect">
            <a:avLst>
              <a:gd name="adj" fmla="val 27273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2028  |  Batch: 2024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8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F19C04D-A3A5-0877-DB96-FF4B08947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42" y="698684"/>
            <a:ext cx="2397391" cy="2397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Placement Preparation Matters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unprepared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technical interviews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898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pass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screening rounds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898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needed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all prep areas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Faced by Students: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4612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3300984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building — no clear standards or feedback loops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246120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324612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68112" y="3300984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practice — scattered across LeetCode, HackerRank, and more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904488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904488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8992" y="3959352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 — lack of realistic mock interview environments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904488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904488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68112" y="3959352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 — no personalized, adaptive guidance system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3619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53619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Personalized Guidance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generic advice that doesn't account for their skill level, target company, or domain interest.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37160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53619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53619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 Difficulty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1214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automated, intelligent feedback on resumes — students submit weak profiles without knowing what to improve.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2783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22783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Realistic Mock Interviews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8130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lack adaptive, AI-driven interview simulators that mirror actual company interview patterns.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06324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322783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22783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Scattered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8130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Aptitude, coding, resume, and interview prep exist on separate platforms — no unified, integrated system.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14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EXISTING SYSTEM &amp; LIMITATIONS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Approaches &amp; Their Gaps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481328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298448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6928" y="248716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3026664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008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77824" y="29992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&amp; college notes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419856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01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77824" y="33924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mock interviews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813048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7947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77824" y="378561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center counseling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4206240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1879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7824" y="4178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adaptive feedback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1353312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33088" y="1481328"/>
            <a:ext cx="914400" cy="9144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4133088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401568" y="248716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56432" y="3026664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27" name="Text 25"/>
          <p:cNvSpPr/>
          <p:nvPr/>
        </p:nvSpPr>
        <p:spPr>
          <a:xfrm>
            <a:off x="3456432" y="3008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12464" y="29992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Coursera, Udemy, NPTEL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56432" y="3419856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30" name="Text 28"/>
          <p:cNvSpPr/>
          <p:nvPr/>
        </p:nvSpPr>
        <p:spPr>
          <a:xfrm>
            <a:off x="3456432" y="3401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12464" y="33924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Pre-recorded, non-interactive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56432" y="3813048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33" name="Text 31"/>
          <p:cNvSpPr/>
          <p:nvPr/>
        </p:nvSpPr>
        <p:spPr>
          <a:xfrm>
            <a:off x="3456432" y="37947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12464" y="378561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company-specific prep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56432" y="4206240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36" name="Text 34"/>
          <p:cNvSpPr/>
          <p:nvPr/>
        </p:nvSpPr>
        <p:spPr>
          <a:xfrm>
            <a:off x="3456432" y="41879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12464" y="4178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 analytics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1353312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7728" y="1481328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967728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236208" y="248716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Platforms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91072" y="3026664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43" name="Text 41"/>
          <p:cNvSpPr/>
          <p:nvPr/>
        </p:nvSpPr>
        <p:spPr>
          <a:xfrm>
            <a:off x="6291072" y="3008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47104" y="29992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LeetCode, HackerRank, LinkedIn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1072" y="3419856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46" name="Text 44"/>
          <p:cNvSpPr/>
          <p:nvPr/>
        </p:nvSpPr>
        <p:spPr>
          <a:xfrm>
            <a:off x="6291072" y="3401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547104" y="33924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— only one domain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91072" y="3813048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49" name="Text 47"/>
          <p:cNvSpPr/>
          <p:nvPr/>
        </p:nvSpPr>
        <p:spPr>
          <a:xfrm>
            <a:off x="6291072" y="37947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547104" y="378561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interview simulation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91072" y="4206240"/>
            <a:ext cx="201168" cy="201168"/>
          </a:xfrm>
          <a:prstGeom prst="ellipse">
            <a:avLst/>
          </a:prstGeom>
          <a:solidFill>
            <a:srgbClr val="D73A49"/>
          </a:solidFill>
          <a:ln/>
        </p:spPr>
      </p:sp>
      <p:sp>
        <p:nvSpPr>
          <p:cNvPr id="52" name="Text 50"/>
          <p:cNvSpPr/>
          <p:nvPr/>
        </p:nvSpPr>
        <p:spPr>
          <a:xfrm>
            <a:off x="6291072" y="41879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547104" y="4178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resume intelligence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645152"/>
            <a:ext cx="8229600" cy="347472"/>
          </a:xfrm>
          <a:prstGeom prst="roundRect">
            <a:avLst>
              <a:gd name="adj" fmla="val 31579"/>
            </a:avLst>
          </a:prstGeom>
          <a:solidFill>
            <a:srgbClr val="1A1A2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46634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None of these offer a unified, intelligent, personalized solution — that's the gap HireCraft AI fills.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PROPOSED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HireCraft AI – Platform Overview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0" y="1280160"/>
            <a:ext cx="1828800" cy="1828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280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280160"/>
            <a:ext cx="914400" cy="9144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1143000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3488" y="128016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333488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4944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06324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0" y="2926080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33488" y="306324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33488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 Aptitude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20440" y="3310128"/>
            <a:ext cx="2103120" cy="150876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3447288"/>
            <a:ext cx="914400" cy="91440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344728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1188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40280" y="2057400"/>
            <a:ext cx="14173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657600" y="2194560"/>
            <a:ext cx="3200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240280" y="3675888"/>
            <a:ext cx="14173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657600" y="3200400"/>
            <a:ext cx="3200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1740D15-2C89-1869-13AA-B3CBCAC4A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59" y="1307591"/>
            <a:ext cx="1783082" cy="17830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OBJECTIVES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81328"/>
            <a:ext cx="475488" cy="402336"/>
          </a:xfrm>
          <a:prstGeom prst="roundRect">
            <a:avLst>
              <a:gd name="adj" fmla="val 18182"/>
            </a:avLst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8132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148132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personalized, adaptive placement preparation for every student based on their profile and goals.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94560"/>
            <a:ext cx="475488" cy="402336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945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70432" y="219456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and improve student resumes using AI-driven ATS scoring and actionable feedback.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907792"/>
            <a:ext cx="475488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0779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0432" y="290779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 interview experiences with AI-generated role-specific question banks and instant evaluation.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621024"/>
            <a:ext cx="475488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62102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70432" y="36210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individual student progress across modules and highlight weak areas requiring improvement.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334256"/>
            <a:ext cx="475488" cy="402336"/>
          </a:xfrm>
          <a:prstGeom prst="roundRect">
            <a:avLst>
              <a:gd name="adj" fmla="val 18182"/>
            </a:avLst>
          </a:prstGeom>
          <a:solidFill>
            <a:srgbClr val="F43F5E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33425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70432" y="433425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targeted learning resources and improvement plans using AI-based insights.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TECHNOLOGY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813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813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21408" y="1481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0" y="14813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TypeScript · Tailwind CSS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87564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671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67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21408" y="2167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21671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Java 21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8529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8529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21408" y="28529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651760" y="28529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MySQL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47288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5387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5387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21408" y="35387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51760" y="35387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· LLM-based Services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133088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2245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3F5E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224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21408" y="42245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651760" y="42245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Figma · VS Code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SYSTEM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8712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38528" y="2542032"/>
            <a:ext cx="9144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1856232" y="2450592"/>
            <a:ext cx="137160" cy="201168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965960" y="182880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1920240"/>
            <a:ext cx="914400" cy="9144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28712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HireCraft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30168" y="2542032"/>
            <a:ext cx="9144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547872" y="2450592"/>
            <a:ext cx="137160" cy="201168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182880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192024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03320" y="28712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1808" y="2542032"/>
            <a:ext cx="9144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5239512" y="2450592"/>
            <a:ext cx="137160" cy="201168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349240" y="182880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192024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28712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13448" y="2542032"/>
            <a:ext cx="9144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6931152" y="2450592"/>
            <a:ext cx="137160" cy="201168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0880" y="182880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1920240"/>
            <a:ext cx="914400" cy="91440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86600" y="28712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 Breakdown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7764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Resume Analyzer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37560" y="374904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37764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Mock Interview Simulator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374904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7764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Aptitude Engine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42519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2793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Coding Evaluator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337560" y="42519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42793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Progress Tracker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17920" y="42519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42793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Recommendation Engine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CURRENT PROGRESS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Progress Report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44752"/>
            <a:ext cx="1280160" cy="310896"/>
          </a:xfrm>
          <a:prstGeom prst="roundRect">
            <a:avLst>
              <a:gd name="adj" fmla="val 29412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447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93392" y="14081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93392" y="1627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setup, README, branching strategy defined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34840" y="152704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52704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485632" y="14813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56816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029968"/>
            <a:ext cx="1280160" cy="310896"/>
          </a:xfrm>
          <a:prstGeom prst="roundRect">
            <a:avLst>
              <a:gd name="adj" fmla="val 29412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0299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993392" y="19933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93392" y="2212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wireframes and high-fidelity mockups completed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34840" y="2112264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</p:sp>
      <p:sp>
        <p:nvSpPr>
          <p:cNvPr id="20" name="Shape 18"/>
          <p:cNvSpPr/>
          <p:nvPr/>
        </p:nvSpPr>
        <p:spPr>
          <a:xfrm>
            <a:off x="4434840" y="2112264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485632" y="20665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542032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615184"/>
            <a:ext cx="1280160" cy="310896"/>
          </a:xfrm>
          <a:prstGeom prst="roundRect">
            <a:avLst>
              <a:gd name="adj" fmla="val 29412"/>
            </a:avLst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61518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993392" y="2578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93392" y="27980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components; Tailwind styling in progress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34840" y="2697480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</p:sp>
      <p:sp>
        <p:nvSpPr>
          <p:cNvPr id="28" name="Shape 26"/>
          <p:cNvSpPr/>
          <p:nvPr/>
        </p:nvSpPr>
        <p:spPr>
          <a:xfrm>
            <a:off x="4434840" y="2647247"/>
            <a:ext cx="2414016" cy="164592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8485632" y="2651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127248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200400"/>
            <a:ext cx="1280160" cy="310896"/>
          </a:xfrm>
          <a:prstGeom prst="roundRect">
            <a:avLst>
              <a:gd name="adj" fmla="val 29412"/>
            </a:avLst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2004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993392" y="31638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93392" y="3383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project initialized; REST API structure defined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34840" y="3282696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</p:sp>
      <p:sp>
        <p:nvSpPr>
          <p:cNvPr id="36" name="Shape 34"/>
          <p:cNvSpPr/>
          <p:nvPr/>
        </p:nvSpPr>
        <p:spPr>
          <a:xfrm>
            <a:off x="4434840" y="3282696"/>
            <a:ext cx="1207008" cy="164592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85632" y="32369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712464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3785616"/>
            <a:ext cx="1280160" cy="310896"/>
          </a:xfrm>
          <a:prstGeom prst="roundRect">
            <a:avLst>
              <a:gd name="adj" fmla="val 29412"/>
            </a:avLst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785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993392" y="37490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993392" y="3968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synopsis, SRS, and tech stack document prepared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434840" y="3867912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</p:sp>
      <p:sp>
        <p:nvSpPr>
          <p:cNvPr id="44" name="Shape 42"/>
          <p:cNvSpPr/>
          <p:nvPr/>
        </p:nvSpPr>
        <p:spPr>
          <a:xfrm>
            <a:off x="4434840" y="3867912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8485632" y="38221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297680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4370832"/>
            <a:ext cx="1280160" cy="310896"/>
          </a:xfrm>
          <a:prstGeom prst="roundRect">
            <a:avLst>
              <a:gd name="adj" fmla="val 29412"/>
            </a:avLst>
          </a:prstGeom>
          <a:solidFill>
            <a:srgbClr val="4B5563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3708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993392" y="43342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993392" y="4553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integration planned after backend milestone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434840" y="4453128"/>
            <a:ext cx="4023360" cy="164592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/>
        </p:spPr>
      </p:sp>
      <p:sp>
        <p:nvSpPr>
          <p:cNvPr id="52" name="Text 50"/>
          <p:cNvSpPr/>
          <p:nvPr/>
        </p:nvSpPr>
        <p:spPr>
          <a:xfrm>
            <a:off x="8485632" y="44074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5603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FUTURE &amp; 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7472" y="1280160"/>
            <a:ext cx="256032" cy="25603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" y="1545336"/>
            <a:ext cx="0" cy="64008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25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backend modules &amp; REST APIs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99339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" y="2258568"/>
            <a:ext cx="0" cy="64008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938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3232" y="2176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Gemini AI &amp; LLM features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70662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" y="2971800"/>
            <a:ext cx="0" cy="64008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651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&amp; bug fixing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3419856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" y="3685032"/>
            <a:ext cx="0" cy="64008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3232" y="36027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 cloud (AWS / Render)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4133088"/>
            <a:ext cx="256032" cy="25603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078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3232" y="4315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evaluation &amp; feedback collection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594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572000" y="1207008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1335024"/>
            <a:ext cx="2286000" cy="22860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1335024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30" name="Shape 28"/>
          <p:cNvSpPr/>
          <p:nvPr/>
        </p:nvSpPr>
        <p:spPr>
          <a:xfrm>
            <a:off x="4736592" y="3712464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74336" y="36301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academics and industry-readiness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36592" y="4096512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4974336" y="4014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replacing multiple scattered tools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448056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74336" y="43982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personalization for each student's unique journey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8412480" cy="347472"/>
          </a:xfrm>
          <a:prstGeom prst="roundRect">
            <a:avLst>
              <a:gd name="adj" fmla="val 31579"/>
            </a:avLst>
          </a:prstGeom>
          <a:solidFill>
            <a:srgbClr val="1A1A2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HireCraft AI — Your Intelligent Placement Mentor</a:t>
            </a:r>
            <a:endParaRPr lang="en-US" sz="13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A11BABF-3AF2-D949-BBC2-7827667EC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1362456"/>
            <a:ext cx="2240280" cy="2240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693</Words>
  <Application>Microsoft Office PowerPoint</Application>
  <PresentationFormat>On-screen Show (16:9)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 Suryakumar</cp:lastModifiedBy>
  <cp:revision>3</cp:revision>
  <dcterms:created xsi:type="dcterms:W3CDTF">2026-08-06T01:54:28Z</dcterms:created>
  <dcterms:modified xsi:type="dcterms:W3CDTF">2026-08-06T04:29:33Z</dcterms:modified>
</cp:coreProperties>
</file>